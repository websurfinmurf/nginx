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0" cy="0"/>
  <p:notesSz cx="0" cy="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Pages>19</Pages>
  <Words>1841</Words>
  <Characters>10610</Characters>
  <CharactersWithSpaces>12397</CharactersWithSpaces>
  <Paragraphs>278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